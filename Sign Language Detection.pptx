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27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FEF0095A-4455-445B-ACB2-03A4C15BDAB1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1541112E-D08F-4739-A792-E940BE9DADD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5465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0095A-4455-445B-ACB2-03A4C15BDAB1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1112E-D08F-4739-A792-E940BE9DA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330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0095A-4455-445B-ACB2-03A4C15BDAB1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1112E-D08F-4739-A792-E940BE9DADDE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2722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0095A-4455-445B-ACB2-03A4C15BDAB1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1112E-D08F-4739-A792-E940BE9DA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060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0095A-4455-445B-ACB2-03A4C15BDAB1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1112E-D08F-4739-A792-E940BE9DADDE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4070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0095A-4455-445B-ACB2-03A4C15BDAB1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1112E-D08F-4739-A792-E940BE9DADDE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4463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0095A-4455-445B-ACB2-03A4C15BDAB1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1112E-D08F-4739-A792-E940BE9DA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9652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0095A-4455-445B-ACB2-03A4C15BDAB1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1112E-D08F-4739-A792-E940BE9DADDE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8347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0095A-4455-445B-ACB2-03A4C15BDAB1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1112E-D08F-4739-A792-E940BE9DA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39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0095A-4455-445B-ACB2-03A4C15BDAB1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1112E-D08F-4739-A792-E940BE9DA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842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0095A-4455-445B-ACB2-03A4C15BDAB1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1112E-D08F-4739-A792-E940BE9DADD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91604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0095A-4455-445B-ACB2-03A4C15BDAB1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1112E-D08F-4739-A792-E940BE9DADDE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21812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0095A-4455-445B-ACB2-03A4C15BDAB1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1112E-D08F-4739-A792-E940BE9DA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8831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0095A-4455-445B-ACB2-03A4C15BDAB1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1112E-D08F-4739-A792-E940BE9DADDE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20749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0095A-4455-445B-ACB2-03A4C15BDAB1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1112E-D08F-4739-A792-E940BE9DADD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42696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0095A-4455-445B-ACB2-03A4C15BDAB1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1112E-D08F-4739-A792-E940BE9DADDE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04877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0095A-4455-445B-ACB2-03A4C15BDAB1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1112E-D08F-4739-A792-E940BE9DADDE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2080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EF0095A-4455-445B-ACB2-03A4C15BDAB1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541112E-D08F-4739-A792-E940BE9DA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6112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vscode-file://vscode-app/c:/Users/simmu/AppData/Local/Programs/Microsoft%20VS%20Code/resources/app/out/vs/code/electron-browser/workbench/workbench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vscode-file://vscode-app/c:/Users/simmu/AppData/Local/Programs/Microsoft%20VS%20Code/resources/app/out/vs/code/electron-browser/workbench/workbench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vscode-file://vscode-app/c:/Users/simmu/AppData/Local/Programs/Microsoft%20VS%20Code/resources/app/out/vs/code/electron-browser/workbench/workbench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vscode-file://vscode-app/c:/Users/simmu/AppData/Local/Programs/Microsoft%20VS%20Code/resources/app/out/vs/code/electron-browser/workbench/workbench.htm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vscode-file://vscode-app/c:/Users/simmu/AppData/Local/Programs/Microsoft%20VS%20Code/resources/app/out/vs/code/electron-browser/workbench/workbench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A0DCC-6A7C-7ECA-04A7-445A32479F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Sign Language Detection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01B03D-BF64-5ABD-F8E0-DB083B5F83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PhysicsWallah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7460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F330F-3D08-CA40-E806-B08155FCC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C5B03-9F9D-28AB-B290-65A15881A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Task: automatically detect and classify hand signs (static or short gestures) from images or live video.</a:t>
            </a:r>
          </a:p>
          <a:p>
            <a:r>
              <a:rPr lang="en-US" dirty="0"/>
              <a:t>Outputs: bounding boxes around hands, predicted sign class, and confidence score.</a:t>
            </a:r>
          </a:p>
          <a:p>
            <a:r>
              <a:rPr lang="en-US" dirty="0"/>
              <a:t>Key use cases: accessibility tools (ASL/other sign support), human-computer interaction, education, live captioning/assistive apps.</a:t>
            </a:r>
          </a:p>
        </p:txBody>
      </p:sp>
    </p:spTree>
    <p:extLst>
      <p:ext uri="{BB962C8B-B14F-4D97-AF65-F5344CB8AC3E}">
        <p14:creationId xmlns:p14="http://schemas.microsoft.com/office/powerpoint/2010/main" val="3105562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C75EC-9CC3-AE44-CFC7-5F07B41B6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38DE4-F01D-D820-6691-7866E5DEB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Sign Language Detection using YOLOv5-based object detection</a:t>
            </a:r>
          </a:p>
          <a:p>
            <a:r>
              <a:rPr lang="en-IN" dirty="0"/>
              <a:t>End-to-end repo: data prep, training, inference, small web/app demo</a:t>
            </a:r>
          </a:p>
          <a:p>
            <a:r>
              <a:rPr lang="en-IN" dirty="0"/>
              <a:t>Contains dataset folders (</a:t>
            </a:r>
            <a:r>
              <a:rPr lang="en-IN" dirty="0">
                <a:hlinkClick r:id="rId2"/>
              </a:rPr>
              <a:t>IMAGES</a:t>
            </a:r>
            <a:r>
              <a:rPr lang="en-IN" dirty="0"/>
              <a:t>, </a:t>
            </a:r>
            <a:r>
              <a:rPr lang="en-IN" dirty="0">
                <a:hlinkClick r:id="rId2"/>
              </a:rPr>
              <a:t>images</a:t>
            </a:r>
            <a:r>
              <a:rPr lang="en-IN" dirty="0"/>
              <a:t>, </a:t>
            </a:r>
            <a:r>
              <a:rPr lang="en-IN" dirty="0">
                <a:hlinkClick r:id="rId2"/>
              </a:rPr>
              <a:t>labels</a:t>
            </a:r>
            <a:r>
              <a:rPr lang="en-IN" dirty="0"/>
              <a:t>) and training code in </a:t>
            </a:r>
            <a:r>
              <a:rPr lang="en-IN" dirty="0">
                <a:hlinkClick r:id="rId2"/>
              </a:rPr>
              <a:t>yolov5</a:t>
            </a:r>
            <a:endParaRPr lang="en-IN" dirty="0"/>
          </a:p>
          <a:p>
            <a:r>
              <a:rPr lang="en-IN" dirty="0"/>
              <a:t>Lightweight model provided: </a:t>
            </a:r>
            <a:r>
              <a:rPr lang="en-IN" dirty="0">
                <a:hlinkClick r:id="rId2"/>
              </a:rPr>
              <a:t>yolov5s.pt</a:t>
            </a:r>
            <a:r>
              <a:rPr lang="en-IN" dirty="0"/>
              <a:t> for quick prototyping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2103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94E28-FE50-EF70-DD80-F45DAF636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Data &amp; Preprocessing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56DA5-83D2-5D94-70C1-E4D7BA398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Image dataset organized under </a:t>
            </a:r>
            <a:r>
              <a:rPr lang="en-IN" dirty="0">
                <a:hlinkClick r:id="rId2"/>
              </a:rPr>
              <a:t>IMAGES</a:t>
            </a:r>
            <a:r>
              <a:rPr lang="en-IN" dirty="0"/>
              <a:t> (class folders A, B, C...) and structured data/images/{</a:t>
            </a:r>
            <a:r>
              <a:rPr lang="en-IN" dirty="0" err="1"/>
              <a:t>train,val</a:t>
            </a:r>
            <a:r>
              <a:rPr lang="en-IN" dirty="0"/>
              <a:t>}</a:t>
            </a:r>
          </a:p>
          <a:p>
            <a:r>
              <a:rPr lang="en-IN" dirty="0"/>
              <a:t>Labels in data/labels/{</a:t>
            </a:r>
            <a:r>
              <a:rPr lang="en-IN" dirty="0" err="1"/>
              <a:t>train,val</a:t>
            </a:r>
            <a:r>
              <a:rPr lang="en-IN" dirty="0"/>
              <a:t>} (YOLO format: class </a:t>
            </a:r>
            <a:r>
              <a:rPr lang="en-IN" dirty="0" err="1"/>
              <a:t>x_center</a:t>
            </a:r>
            <a:r>
              <a:rPr lang="en-IN" dirty="0"/>
              <a:t> </a:t>
            </a:r>
            <a:r>
              <a:rPr lang="en-IN" dirty="0" err="1"/>
              <a:t>y_center</a:t>
            </a:r>
            <a:r>
              <a:rPr lang="en-IN" dirty="0"/>
              <a:t> width height)</a:t>
            </a:r>
          </a:p>
          <a:p>
            <a:r>
              <a:rPr lang="en-IN" dirty="0"/>
              <a:t>Utility scripts: </a:t>
            </a:r>
            <a:r>
              <a:rPr lang="en-IN" dirty="0">
                <a:hlinkClick r:id="rId2"/>
              </a:rPr>
              <a:t>convert_images.py</a:t>
            </a:r>
            <a:r>
              <a:rPr lang="en-IN" dirty="0"/>
              <a:t> (image/annotation conversion), </a:t>
            </a:r>
            <a:r>
              <a:rPr lang="en-IN" dirty="0">
                <a:hlinkClick r:id="rId2"/>
              </a:rPr>
              <a:t>detect_utils.py</a:t>
            </a:r>
            <a:r>
              <a:rPr lang="en-IN" dirty="0"/>
              <a:t> (helpers for preprocessing)</a:t>
            </a:r>
          </a:p>
          <a:p>
            <a:r>
              <a:rPr lang="en-IN" dirty="0"/>
              <a:t>Typical preprocessing: resize, augmentation, split into train/</a:t>
            </a:r>
            <a:r>
              <a:rPr lang="en-IN" dirty="0" err="1"/>
              <a:t>val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9805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374A1-7634-437A-DF9D-4CC37F02B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&amp; Training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CAF99-7A18-186D-BC00-22D67DAE2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Uses YOLOv5 codebase in </a:t>
            </a:r>
            <a:r>
              <a:rPr lang="en-IN" dirty="0">
                <a:hlinkClick r:id="rId2"/>
              </a:rPr>
              <a:t>yolov5</a:t>
            </a:r>
            <a:r>
              <a:rPr lang="en-IN" dirty="0"/>
              <a:t> with training scripts train.py and config in </a:t>
            </a:r>
            <a:r>
              <a:rPr lang="en-IN" dirty="0" err="1"/>
              <a:t>data.yaml</a:t>
            </a:r>
            <a:endParaRPr lang="en-IN" dirty="0"/>
          </a:p>
          <a:p>
            <a:r>
              <a:rPr lang="en-IN" dirty="0"/>
              <a:t>Pretrained backbone available: yolov5s.pt for transfer learning (fast)</a:t>
            </a:r>
          </a:p>
          <a:p>
            <a:r>
              <a:rPr lang="en-IN" dirty="0"/>
              <a:t>Training pipeline: configure </a:t>
            </a:r>
            <a:r>
              <a:rPr lang="en-IN" dirty="0" err="1"/>
              <a:t>data.yaml</a:t>
            </a:r>
            <a:r>
              <a:rPr lang="en-IN" dirty="0"/>
              <a:t>, run </a:t>
            </a:r>
            <a:r>
              <a:rPr lang="en-IN" dirty="0">
                <a:hlinkClick r:id="rId2"/>
              </a:rPr>
              <a:t>train.py</a:t>
            </a:r>
            <a:r>
              <a:rPr lang="en-IN" dirty="0"/>
              <a:t> with custom epochs/bs</a:t>
            </a:r>
          </a:p>
          <a:p>
            <a:r>
              <a:rPr lang="en-IN" dirty="0"/>
              <a:t>Checkpoints and logs saved under </a:t>
            </a:r>
            <a:r>
              <a:rPr lang="en-IN" dirty="0">
                <a:hlinkClick r:id="rId2"/>
              </a:rPr>
              <a:t>runs</a:t>
            </a:r>
            <a:r>
              <a:rPr lang="en-IN" dirty="0"/>
              <a:t> for metrics and model selection</a:t>
            </a:r>
          </a:p>
        </p:txBody>
      </p:sp>
    </p:spTree>
    <p:extLst>
      <p:ext uri="{BB962C8B-B14F-4D97-AF65-F5344CB8AC3E}">
        <p14:creationId xmlns:p14="http://schemas.microsoft.com/office/powerpoint/2010/main" val="513623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75BBA-93EB-CC47-FD4E-163DCCCD2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 &amp; Demo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A7ADD-260B-E176-1408-2BE5DD79D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Inference scripts available: </a:t>
            </a:r>
            <a:r>
              <a:rPr lang="en-IN" dirty="0">
                <a:hlinkClick r:id="rId2"/>
              </a:rPr>
              <a:t>app.py</a:t>
            </a:r>
            <a:r>
              <a:rPr lang="en-IN" dirty="0"/>
              <a:t> (demo/server) and </a:t>
            </a:r>
            <a:r>
              <a:rPr lang="en-IN" dirty="0">
                <a:hlinkClick r:id="rId2"/>
              </a:rPr>
              <a:t>detect.py</a:t>
            </a:r>
            <a:endParaRPr lang="en-IN" dirty="0"/>
          </a:p>
          <a:p>
            <a:r>
              <a:rPr lang="en-IN" dirty="0"/>
              <a:t>Real-time demo: webcam or batch images → bounding boxes + label + confidence</a:t>
            </a:r>
          </a:p>
          <a:p>
            <a:r>
              <a:rPr lang="en-IN" dirty="0">
                <a:hlinkClick r:id="rId2"/>
              </a:rPr>
              <a:t>detect_utils.py</a:t>
            </a:r>
            <a:r>
              <a:rPr lang="en-IN" dirty="0"/>
              <a:t> contains helper code for post-processing and visualization</a:t>
            </a:r>
          </a:p>
          <a:p>
            <a:r>
              <a:rPr lang="en-IN" dirty="0"/>
              <a:t>Output saved to yolov5/runs/detect/ with annotated images and logs</a:t>
            </a:r>
          </a:p>
        </p:txBody>
      </p:sp>
    </p:spTree>
    <p:extLst>
      <p:ext uri="{BB962C8B-B14F-4D97-AF65-F5344CB8AC3E}">
        <p14:creationId xmlns:p14="http://schemas.microsoft.com/office/powerpoint/2010/main" val="3176875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A8127-D58B-66DB-633A-E850960F6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Results, Limitations &amp; Next Steps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317FA-D365-D667-94E2-2C4967E6B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Results: quick baseline achieved (</a:t>
            </a:r>
            <a:r>
              <a:rPr lang="en-IN" dirty="0" err="1"/>
              <a:t>mAP</a:t>
            </a:r>
            <a:r>
              <a:rPr lang="en-IN" dirty="0"/>
              <a:t> and loss curves available in </a:t>
            </a:r>
            <a:r>
              <a:rPr lang="en-IN" dirty="0">
                <a:hlinkClick r:id="rId2"/>
              </a:rPr>
              <a:t>runs</a:t>
            </a:r>
            <a:r>
              <a:rPr lang="en-IN" dirty="0"/>
              <a:t>)</a:t>
            </a:r>
          </a:p>
          <a:p>
            <a:r>
              <a:rPr lang="en-IN" dirty="0"/>
              <a:t>Limitations: limited class diversity, lighting/angle sensitivity, need more </a:t>
            </a:r>
            <a:r>
              <a:rPr lang="en-IN" dirty="0" err="1"/>
              <a:t>labeled</a:t>
            </a:r>
            <a:r>
              <a:rPr lang="en-IN" dirty="0"/>
              <a:t> data per class</a:t>
            </a:r>
          </a:p>
          <a:p>
            <a:r>
              <a:rPr lang="en-IN" dirty="0"/>
              <a:t>Next steps: collect more samples, add temporal </a:t>
            </a:r>
            <a:r>
              <a:rPr lang="en-IN" dirty="0" err="1"/>
              <a:t>modeling</a:t>
            </a:r>
            <a:r>
              <a:rPr lang="en-IN" dirty="0"/>
              <a:t> (video/sequence), export to ONNX/</a:t>
            </a:r>
            <a:r>
              <a:rPr lang="en-IN" dirty="0" err="1"/>
              <a:t>TFLite</a:t>
            </a:r>
            <a:r>
              <a:rPr lang="en-IN" dirty="0"/>
              <a:t> for mobile</a:t>
            </a:r>
          </a:p>
          <a:p>
            <a:r>
              <a:rPr lang="en-IN" dirty="0"/>
              <a:t>Deployment: containerize </a:t>
            </a:r>
            <a:r>
              <a:rPr lang="en-IN" dirty="0">
                <a:hlinkClick r:id="rId2"/>
              </a:rPr>
              <a:t>app.py</a:t>
            </a:r>
            <a:r>
              <a:rPr lang="en-IN" dirty="0"/>
              <a:t> or convert model to lightweight runtime for mobile/web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53739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9</TotalTime>
  <Words>394</Words>
  <Application>Microsoft Office PowerPoint</Application>
  <PresentationFormat>Widescreen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Garamond</vt:lpstr>
      <vt:lpstr>Organic</vt:lpstr>
      <vt:lpstr>Sign Language Detection</vt:lpstr>
      <vt:lpstr>Introduction</vt:lpstr>
      <vt:lpstr>Overview</vt:lpstr>
      <vt:lpstr>Data &amp; Preprocessing</vt:lpstr>
      <vt:lpstr>Model &amp; Training</vt:lpstr>
      <vt:lpstr>Inference &amp; Demo</vt:lpstr>
      <vt:lpstr>Results, Limitations &amp;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Simran Anand</dc:creator>
  <cp:lastModifiedBy>Simran Anand</cp:lastModifiedBy>
  <cp:revision>3</cp:revision>
  <dcterms:created xsi:type="dcterms:W3CDTF">2025-10-12T12:15:07Z</dcterms:created>
  <dcterms:modified xsi:type="dcterms:W3CDTF">2025-10-12T12:25:03Z</dcterms:modified>
</cp:coreProperties>
</file>